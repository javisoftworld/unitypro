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A79C-3936-4B39-FB55-C7B4FF771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FF87C-A51F-66A0-35A3-9FD3D4446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A3B6D-9CDA-4FA4-7DC7-76D2E414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5A93-A41D-119A-F8B7-CBEEC672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FC1E2-1D16-C552-A241-62B5EF0F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82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AB82-A421-F1F1-9824-86F7CB3E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8A90-B83D-A1D4-F527-6116C77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FCED6-B3C0-9E77-2455-02E67160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5AC96-AE93-D315-0B67-CE3EEAD1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9E89-52B7-BA30-A52A-76A43348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70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8C16-B63D-885E-24CE-045D61FA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C26D8-12F3-2D12-84C2-1F111B7B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6C6C-5D93-26BA-B3EF-8311D0985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DBB73-2706-E78B-298A-E2CD032C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5BB6-6C5D-E8EE-B25D-BB7BFDAA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79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6A1F-BAE1-13AA-F63B-2A125C64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3717-4D9A-EAFC-8F32-C3A31DB4A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4253A-2FD7-FA64-7525-2A2E7E79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7BCA-9D49-8192-B308-C896216C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FD0C8-CA40-FA84-9834-A179FD4E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59CED-7B7C-8575-894C-5E8368FE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5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7AA1-9AFF-0431-253B-0F8C1787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8438C-B735-B6B1-E602-ED7E562E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C2DBA-DB6F-8F5D-67BC-7937B5035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30E35-3EFE-FF88-FDD4-F7733915B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F84B1-09B1-3A4F-DD57-3D7341A78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DD1A1-A70B-A20B-E2D5-4942F2BA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FAECA-DD64-F64B-F47C-3C395987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874DC-E0E1-8BD0-47E7-9D4A67BF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13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13A9-4DDA-89D6-0224-1BAB8699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C92A3-F91F-F357-D78C-60B0623D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D8CD2-0DA1-983D-1AE8-399B2C3E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81701-E2A6-5513-9DCE-9ECD66AF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23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FCAAD-5E4F-628C-CF1A-40F3F7E0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3C974-E242-90DE-D494-F347CAF3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B7375-6B29-2DA5-5142-2C77FF28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10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C99C-2B4D-C89F-AB57-17C6A89B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1375-FCA1-9696-A60E-AB4E90467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AE10E-A80A-BCF3-0C0D-8385A4741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424A2-F675-497D-68F1-72E72C33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0A0F6-FE87-D69C-6E5B-367C2375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9129-1950-D163-67E9-3CB333DC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835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DB86-D5B9-EAFE-7FB8-8A8BD5F6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B9DB0-A121-109A-36BE-1211A294D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62FB9-820A-DC02-D522-0C38DE01D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52378-EB44-ADDF-C633-B270E161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C95E4-F186-6350-B3D1-92C9A931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F8D81-E9EA-34C7-66D1-340F3A8C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17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4EA8-7C5B-F4FD-AA1C-7F7B96C7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8E97C-1141-F4B2-510A-63C8997C0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FE36-6A46-B42D-612A-188FCB1B4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E2CA-7C60-4B76-E76C-BC2CFB1F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0AAFF-0EAC-FADC-A529-4D7DB448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33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0954D-6574-3BD6-A3A2-AC599AC6E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321E2-CA19-7969-CA45-272DF8362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1176-EF6C-8D76-C29B-7018A111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18E09-4C19-9C1C-17BA-494F2BFA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25FD-DCEF-21C3-4F63-D6FA3810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182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5D85A-6CFA-3BED-61E4-C8042D34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5FB9-2F3E-67F3-4A72-75879FA4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D02E7-536D-D278-D186-8FCD2A96D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FAA5D-C0AA-4963-8561-85C0AE6690B0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95BDE-AFD6-1451-215F-E9A2D87F5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093C6-F828-A710-BD32-F96A6CF64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66DBC-5685-414F-809C-5A57AA0F0A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053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150D-7E9B-26C8-E195-4A7928922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hola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01E3B-BB57-203A-1BCF-301AA3441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08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hola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 Martín</dc:creator>
  <cp:lastModifiedBy>Javier Martín Martín</cp:lastModifiedBy>
  <cp:revision>1</cp:revision>
  <dcterms:created xsi:type="dcterms:W3CDTF">2025-10-30T09:44:18Z</dcterms:created>
  <dcterms:modified xsi:type="dcterms:W3CDTF">2025-10-30T09:44:23Z</dcterms:modified>
</cp:coreProperties>
</file>